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One method of many: fixed size with overlap is what the notebook does.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We cut chunks of 1000 characters; a new one starts every 800, so neighbours share 200.</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Over the three papers: 1434 chunks instead of 197, so more borders fall inside a table. At 3000: 67 chunks.</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0.73)</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0.64)</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6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1" name="TextBox 10"/>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2" name="Rectangle 11"/>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Fixed 1000-character chunks</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Structure-aware chunkers, chosen per data source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Our notebook: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 Docling ships several such chunkers.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